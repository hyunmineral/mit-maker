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000000"/>
            <a:ext cx="108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완전 초보자를 위한 해설
양자회로로 로봇 관절을 제어한다는 게 무슨 말인가?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350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DDE6F2"/>
                </a:solidFill>
                <a:latin typeface="Malgun Gothic"/>
              </a:rPr>
              <a:t>v2.0 — 실제로 만들고 잰 결과로 다시 썼습니다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5600000"/>
            <a:ext cx="10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AB4C8"/>
                </a:solidFill>
                <a:latin typeface="Malgun Gothic"/>
              </a:rPr>
              <a:t>2026-10-06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30초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50000"/>
            <a:ext cx="110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로봇 관절은 1초에 1,000번 "얼마나 힘을 줄지" 정해야 합니다.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그 일부를 양자회로의 수학(VQC, 숫자 72개)으로 계산하고, 그 계산을 FPGA 칩에서 했습니다.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① VQC는 쓸모 있었습니다: 기본 제어보다 오차가 약 6배 작았습니다 (1.43 ± 0.07 mrad).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② 하지만 숫자 65개짜리 작은 신경망이 32% 더 정확했습니다.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③ FPGA는 CPU보다 2.2배 빠르고(29 µs 대 65 µs), 답은 사실상 같았습니다.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아직 못 한 것: 실제 모터 돌리기 (모터 제어기 고장)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무엇을 만들었나</a:t>
            </a:r>
          </a:p>
        </p:txBody>
      </p:sp>
      <p:pic>
        <p:nvPicPr>
          <p:cNvPr id="4" name="Picture 3" descr="fig1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792" y="1450000"/>
            <a:ext cx="8742416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등장인물 — 장비 4가지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0000" y="1500000"/>
          <a:ext cx="11200000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3360000"/>
                <a:gridCol w="5040000"/>
              </a:tblGrid>
              <a:tr h="4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</a:rPr>
                        <a:t>장비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</a:rPr>
                        <a:t>정체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</a:rPr>
                        <a:t>하는 일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MAD 5010 모터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드론용 BLDC 모터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회전력 (Kt 0.1176 N·m/A)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15:1 사이클로이드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감속기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속도를 줄이고 힘을 키움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B-G431B-ESC1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모터 제어기 (STM32)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1초에 1만 번 전류, 2천 번 위치 조절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PYNQ-Z2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CPU + FPGA 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목표 생성, VQC 계산, CAN 통신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제어는 4개 층으로 나뉜다</a:t>
            </a:r>
          </a:p>
        </p:txBody>
      </p:sp>
      <p:pic>
        <p:nvPicPr>
          <p:cNvPr id="4" name="Picture 3" descr="fig13-control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451" y="1450000"/>
            <a:ext cx="8387097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감속기는 왜 필요한가</a:t>
            </a:r>
          </a:p>
        </p:txBody>
      </p:sp>
      <p:pic>
        <p:nvPicPr>
          <p:cNvPr id="4" name="Picture 3" descr="fig12-gear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000" y="1450000"/>
            <a:ext cx="100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비트와 큐빗</a:t>
            </a:r>
          </a:p>
        </p:txBody>
      </p:sp>
      <p:pic>
        <p:nvPicPr>
          <p:cNvPr id="4" name="Picture 3" descr="fig10-bit-vs-qu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451" y="1450000"/>
            <a:ext cx="8387097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VQC — 72개의 다이얼</a:t>
            </a:r>
          </a:p>
        </p:txBody>
      </p:sp>
      <p:pic>
        <p:nvPicPr>
          <p:cNvPr id="4" name="Picture 3" descr="fig2-vqc-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1450000"/>
            <a:ext cx="7000000" cy="434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00000" y="1450000"/>
            <a:ext cx="4292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큐빗 6개 → 숫자 64개를 다룸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다이얼(학습 숫자) = 6 × 3 × 4 = 72개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관절 상태를 각도로 바꿔 매 층마다 다시 넣음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마지막 측정값 → "얼마나 더 밀어 줄지"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신경망과 VQC의 숫자 개수</a:t>
            </a:r>
          </a:p>
        </p:txBody>
      </p:sp>
      <p:pic>
        <p:nvPicPr>
          <p:cNvPr id="4" name="Picture 3" descr="fig11-params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1450000"/>
            <a:ext cx="7000000" cy="46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00000" y="1450000"/>
            <a:ext cx="4292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큰 신경망: 4,673~4,801개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작은 신경망: 65개 ← v2.0에서 추가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VQC: 72개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공정한 비교는 비슷한 크기끼리!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실제로 일어난 일</a:t>
            </a:r>
          </a:p>
        </p:txBody>
      </p:sp>
      <p:pic>
        <p:nvPicPr>
          <p:cNvPr id="4" name="Picture 3" descr="fig7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25" y="1450000"/>
            <a:ext cx="11310949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겪은 문제 — 대표 6가지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0000" y="1500000"/>
          <a:ext cx="11200000" cy="2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5040000"/>
                <a:gridCol w="3360000"/>
              </a:tblGrid>
              <a:tr h="42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문제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쉽게 말하면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모터 제어기 고장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납땜하다 부품이 과열됨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❌ 새 보드 구매, 교체 절차 준비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Windows가 도구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보안 기능이 FPGA 도구를 막음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끄고 해결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답장 착각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지난 답장을 지금 답장으로 읽음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받은편지함 비우기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FPGA가 느림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같은 칸을 읽고 쓰느라 기다림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읽는 칸·쓰는 칸 분리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칩에서만 오답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시뮬레이션은 맞는데 실제 칩은 틀림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그 계산은 CPU로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정책이 떨림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자기 출력이 다시 입력으로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Malgun Gothic"/>
                        </a:rPr>
                        <a:t>그 입력 제거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결과 ① VQC는 쓸모가 있었다</a:t>
            </a:r>
          </a:p>
        </p:txBody>
      </p:sp>
      <p:pic>
        <p:nvPicPr>
          <p:cNvPr id="4" name="Picture 3" descr="fig15-tracking-pyn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1450000"/>
            <a:ext cx="7000000" cy="39124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00000" y="1450000"/>
            <a:ext cx="4292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보드에서 1 kHz로 돌린 결과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PD만: 6.01 mrad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PD + VQC: 1.21 mrad (5배 개선)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PD + 물리 공식: 0.17 mrad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1 mrad ≈ 0.057°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결과 ② 하지만 작은 신경망이 더 정확했다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960000"/>
            <a:ext cx="1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Malgun Gothic"/>
              </a:rPr>
              <a:t>VQC(72개) 1.43 mrad vs 작은 신경망(65개) 0.98 mrad — v1.0의 "66.7배 절감"은 불공정한 비교였습니다</a:t>
            </a:r>
          </a:p>
        </p:txBody>
      </p:sp>
      <p:pic>
        <p:nvPicPr>
          <p:cNvPr id="5" name="Picture 4" descr="fig3-vqc-vs-m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1450000"/>
            <a:ext cx="11400000" cy="43631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결과 ③ FPGA는 빠르고 일정했다</a:t>
            </a:r>
          </a:p>
        </p:txBody>
      </p:sp>
      <p:pic>
        <p:nvPicPr>
          <p:cNvPr id="4" name="Picture 3" descr="fig14-hls-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1450000"/>
            <a:ext cx="7000000" cy="3363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00000" y="1450000"/>
            <a:ext cx="4292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다섯 번 고쳐서 15,343 → 2,248클럭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FPGA 경로 29.0 µs (상위 1%도 29.8 µs)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CPU 64.6 µs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답이 CPU와 사실상 같음 (차이 4×10⁻⁷ 이하)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Malgun Gothic"/>
              </a:rPr>
              <a:t>• 1 kHz 제어 흔들림 상위 1% 4.1 µs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직접 보기 — VQC Actuator Lab 웹사이트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960000"/>
            <a:ext cx="1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Malgun Gothic"/>
              </a:rPr>
              <a:t>D:\robot\website → python -m http.server 8765 → http://127.0.0.1:8765/ (영어)</a:t>
            </a:r>
          </a:p>
        </p:txBody>
      </p:sp>
      <p:pic>
        <p:nvPicPr>
          <p:cNvPr id="5" name="Picture 4" descr="fig16-sit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666" y="1450000"/>
            <a:ext cx="8666667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실제 부품으로 만든 3D 액추에이터</a:t>
            </a:r>
          </a:p>
        </p:txBody>
      </p:sp>
      <p:pic>
        <p:nvPicPr>
          <p:cNvPr id="4" name="Picture 3" descr="fig17-site-actuator-expl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1500000"/>
            <a:ext cx="5500000" cy="3069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0000" y="4649688"/>
            <a:ext cx="5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Explode 막대로 분해</a:t>
            </a:r>
          </a:p>
        </p:txBody>
      </p:sp>
      <p:pic>
        <p:nvPicPr>
          <p:cNvPr id="6" name="Picture 5" descr="fig18-site-actuator-cuta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000" y="1500000"/>
            <a:ext cx="5500000" cy="3359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50000" y="4939320"/>
            <a:ext cx="5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Cut-away로 잘라 보기 — 빨간 것이 사이클로이드 디스크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브라우저에서 제어해 보기</a:t>
            </a:r>
          </a:p>
        </p:txBody>
      </p:sp>
      <p:pic>
        <p:nvPicPr>
          <p:cNvPr id="4" name="Picture 3" descr="fig19-site-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1500000"/>
            <a:ext cx="5500000" cy="35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0000" y="5080000"/>
            <a:ext cx="5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정책 · 궤적 · 무게 · 마찰 · 지연을 바꿔 가며 1 kHz 제어</a:t>
            </a:r>
          </a:p>
        </p:txBody>
      </p:sp>
      <p:pic>
        <p:nvPicPr>
          <p:cNvPr id="6" name="Picture 5" descr="fig20-site-vq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000" y="1500000"/>
            <a:ext cx="5500000" cy="27121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50000" y="4292188"/>
            <a:ext cx="5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큐빗 각도와 64개 상태 확률이 실시간으로 변함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가장 중요한 부분 — 왜 "양자 우위"가 아닌가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50000"/>
            <a:ext cx="110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① 진짜 양자 컴퓨터가 아닙니다. 보통 칩에서 수학만 계산했습니다.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② 6큐빗(숫자 64개)은 스마트폰으로도 즉시 계산할 수 있는 크기입니다.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③ 공정하게 비교하니 같은 크기의 신경망이 더 잘했습니다.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→ VQC는 "특정한 모양의 수학 함수"로 보는 것이 맞습니다.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기대와 다른 결과를 그대로 적는 것이 좋은 연구입니다.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한계와 앞으로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50000"/>
            <a:ext cx="110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한계: 실제 모터 미구동(보드가 납땜 과열로 고장) · 관절 값 추정 · 실제 CAN 버스 미측정 · FPGA 오답 원인 미확정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다음 할 일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Malgun Gothic"/>
              </a:rPr>
              <a:t>    1) 새 모터 제어기 보드로 교체 — 납땜 전 확인 → 펌웨어 → 배선 순서, 커넥터로 연결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Malgun Gothic"/>
              </a:rPr>
              <a:t>    2) 통신 부품(트랜시버) 연결 → 장치 찾기 → 캘리브레이션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Malgun Gothic"/>
              </a:rPr>
              <a:t>    3) 작은 움직임부터 실제 시험 → VQC · 신경망 · 물리 공식 실제 비교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Malgun Gothic"/>
              </a:rPr>
              <a:t>• 소프트웨어와 FPGA 회로는 준비 완료 — 보드만 살아나면 바로 시작할 수 있습니다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용어 몇 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0000" y="1500000"/>
          <a:ext cx="11200000" cy="2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8400000"/>
              </a:tblGrid>
              <a:tr h="4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</a:rPr>
                        <a:t>뜻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피드포워드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오차가 생기기 전에 미리 더해 주는 힘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잔차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기본 제어 위에 학습 정책이 보정만 더하는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지터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주기가 들쭉날쭉한 정도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HLS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C 코드를 FPGA 회로로 바꾸는 도구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mrad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밀리라디안 (1 mrad ≈ 0.057°)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도메인 랜덤화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2E"/>
                          </a:solidFill>
                          <a:latin typeface="Malgun Gothic"/>
                        </a:rPr>
                        <a:t>조건을 무작위로 바꿔 가며 학습해 현실 차이에 강하게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